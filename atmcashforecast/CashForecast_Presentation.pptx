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A768-588E-5DAB-93AD-C1E2A82CF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4A8DB-D80D-533F-3AA7-77C7E2F05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BF389-12B6-AE94-86D0-E590B51E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A24EF-CB54-8315-79AC-4C02AA75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7AA1D-C034-E968-5B7E-0099649E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7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7C4E-358F-D70B-AA20-FB204691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387F-0CE6-A325-B179-72E2B01C5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29F54-E27A-73B6-7F6E-FAD74963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9076C-6502-B375-13D8-2C5FD104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592EA-10AD-0146-F483-477CB767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2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82A3-E269-CFDF-66E8-0E731A58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AFA36-CBEE-6C23-7881-B2DC1A8B1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DDE2-5841-F617-0766-7D27106A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FF584-6820-998A-B834-E3A5621CA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991C-15BA-C5C5-B7CF-0B207093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8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4B3F-EC36-FA7B-1520-C4725D24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5244-F39B-05E0-6331-A99972DC0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AF550-2CFD-9369-4ED2-84F989DB0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AC222-3345-71CA-5DED-32AFFD8B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4DB7F-7CDF-AD45-3F12-2070955F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84DD1-41BB-CB0B-EB73-145331CA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5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00F3-8FC0-3257-03AC-84FFFD9B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FCC66-AD79-2349-B9E4-09B7A45C8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5DCD0-E5C5-077B-CA85-0822E822F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036B9-854C-E3FE-E8CD-FEBC9F62A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D5BBB-D51A-C970-3547-8D72D7466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0A7AC-0A88-25D0-A71E-E81FC586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E0562-932B-FC00-B190-F5060D18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0D9C2E-9E2F-57A2-3EB6-E21A1BBA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9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E6A1-8C14-372A-A8A0-4886A3B0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85574-A852-007E-BA07-5B3E4370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F58E5-F403-AEAF-9B27-A291E83F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619C5-5411-5395-176E-B1475B9C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4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17BAE-2D6D-65C3-D35F-4C115D8E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30F879-4BD6-F09C-8CE8-5D014633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B77CC-EB20-52BD-090B-D257D6AB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4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4221-E9A7-05F1-8B6E-9420D316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49DA8-D05D-D110-F99E-DAE0EF76C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F7CEB-202C-E586-B345-A6ED62276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5BDEF-265B-83CE-6DBA-9BC1DDFC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4E553-A869-8C12-1F76-78ADED02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C779-EF58-ECD4-DFC3-64D6A80D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77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D6F3-948D-1BF1-1B5C-22BC6DA6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239B3-A4A2-4DE3-A37E-95D9A68DF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EB16F-DCC8-0E37-B744-5DD67D47A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88A29-A112-4758-6BB8-0AF20A82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A3226-2D72-2E4C-B89F-D521A0F0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3F55A-DF00-BA2D-D508-38943618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9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1576-6015-E834-0CD9-51CFECDF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3B6CA-1538-58E9-EB44-8067C355A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FA3D8-E73C-25C3-5892-33E509F69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F4D38-2B61-ADF4-0676-9B88038C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A29A9-3CDF-1828-A01B-B40774AA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1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085F82-A07B-2459-510B-1A054F36C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676EC-7D64-2B6B-ED34-1036D14EF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BED52-07E2-5FCA-E3F1-532E1B21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1122E-0A51-CA4B-FE38-347B9A1C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610A1-AB44-50BC-1D08-4CED4EA2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5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B9C55-04AC-EE25-A396-C018519E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7AD30-6B0F-B0F9-4361-E8AB29E3A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F76C1-D8D4-1706-307C-994AE979E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20D32-A605-4C8C-8F93-522663D90F3F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6188E-5E59-FE26-4B9D-8520821F8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597BB-3780-7B38-48B9-03E49316F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17722-AF7C-4FC6-840A-65A4117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1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CA21-C530-5089-2F26-45946B0E6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45739"/>
          </a:xfrm>
        </p:spPr>
        <p:txBody>
          <a:bodyPr>
            <a:normAutofit fontScale="90000"/>
          </a:bodyPr>
          <a:lstStyle/>
          <a:p>
            <a:r>
              <a:rPr lang="en-US" dirty="0"/>
              <a:t>U.S. Bank ICM </a:t>
            </a:r>
            <a:br>
              <a:rPr lang="en-US" dirty="0"/>
            </a:br>
            <a:r>
              <a:rPr lang="en-US" dirty="0"/>
              <a:t>(ATM Cash Forecasting)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31BBE-CC63-E177-AFAD-A56C4E4F82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7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4784-C3BD-0BD6-93CE-D8F0573E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Used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RandomForestRegressor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algorithim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to train the model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7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C6D4-603C-FBA1-60E5-FFBF27E9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4D364-8A6C-C96B-F9F5-5681998BE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68" y="0"/>
            <a:ext cx="837966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15D6C0-C1AE-5E4B-6ADA-A4F3E1FFB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68" y="0"/>
            <a:ext cx="8379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3270-3934-2B13-81C9-F37AD141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ATM transaction data generated for last two years as below to train 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326EC-EBBD-A6E2-A601-4C01CDEC1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69" y="1690688"/>
            <a:ext cx="4562304" cy="453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2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A6BF-9619-2031-7AA1-3C23D39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CC41-4AB8-40A5-CDBB-BEF01EEF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train and predict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AD68E-5901-B39D-D9DC-C0AA7EC2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135838" cy="506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51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8E39-6E57-5661-F057-F4235481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BE25-609F-B11E-099E-FFB955CB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 result for the next 14 days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87507-259D-B276-8210-34EE6F29C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07" y="1369691"/>
            <a:ext cx="7181511" cy="548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65CF-0017-343B-985C-6E86918B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2863D-24E9-0D6A-0DC6-8F843BD99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4118"/>
          </a:xfrm>
        </p:spPr>
        <p:txBody>
          <a:bodyPr>
            <a:normAutofit/>
          </a:bodyPr>
          <a:lstStyle/>
          <a:p>
            <a:r>
              <a:rPr lang="en-US" dirty="0"/>
              <a:t>Algorithm used 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RandomForestRegressor</a:t>
            </a:r>
            <a:b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Language : Python</a:t>
            </a:r>
            <a:b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IDE : Visual Studio Code</a:t>
            </a:r>
            <a:b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Lib used: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pandas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 err="1">
                <a:effectLst/>
                <a:latin typeface="Consolas" panose="020B0609020204030204" pitchFamily="49" charset="0"/>
              </a:rPr>
              <a:t>numpy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scikit-learn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 err="1">
                <a:effectLst/>
                <a:latin typeface="Consolas" panose="020B0609020204030204" pitchFamily="49" charset="0"/>
              </a:rPr>
              <a:t>joblib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01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74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U.S. Bank ICM  (ATM Cash Forecasting)</vt:lpstr>
      <vt:lpstr>Used RandomForestRegressor algorithim to train the model </vt:lpstr>
      <vt:lpstr>PowerPoint Presentation</vt:lpstr>
      <vt:lpstr>Synthetic ATM transaction data generated for last two years as below to train the model</vt:lpstr>
      <vt:lpstr>Steps to train and predict </vt:lpstr>
      <vt:lpstr>Predictions result for the next 14 days</vt:lpstr>
      <vt:lpstr>Algorithm used : RandomForestRegressor Language : Python IDE : Visual Studio Code  Lib used: pandas numpy scikit-learn joblib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Salla</dc:creator>
  <cp:lastModifiedBy>Sri Salla</cp:lastModifiedBy>
  <cp:revision>6</cp:revision>
  <dcterms:created xsi:type="dcterms:W3CDTF">2025-05-12T02:33:50Z</dcterms:created>
  <dcterms:modified xsi:type="dcterms:W3CDTF">2025-05-12T02:54:22Z</dcterms:modified>
</cp:coreProperties>
</file>