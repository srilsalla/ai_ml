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8BD5-2736-F482-949F-BEF89CD78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5DE34-6485-8B8A-CCF6-D9E60717C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53D0-A859-5248-3EAA-4759DA49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3C4EE-2033-93D3-6779-04F5A1E8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A720-F66D-FFCF-8655-ABF9B35A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9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D336-B5CC-7478-84E9-3821992D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D1E8-8DC5-D271-AD08-2B57F5BB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D9F7D-FE2C-4163-2778-1D626DC33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FE21-9393-735A-42AC-3F2C332A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E1816-34C2-BBEE-23AB-D5A19F22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8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B805-25A7-5795-A433-1DA6BBF6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29737-9D4F-DD0B-5D97-1BDF639FF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AEEA-F133-6CD4-2951-FF56C547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16D9D-FD66-4C7F-4C62-98533ABA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F921-E9FB-C962-3843-6020FED0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7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ADC3-BCDE-3F95-7B06-9BF7E01A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D6D2-D3AA-7DC3-F755-CD8F3D189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C16CF-E912-3671-5384-3A7A4C9C4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E7E30-4CC5-E57E-BE5F-5620B62B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36917-7709-8AB8-D92A-514301B8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DD197-36E2-7BB3-A46B-855BE9EC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2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7A8B-CF57-35F5-238F-7C214635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8DE21-A4A5-2B3D-6E93-D95C36E6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8732-8898-FAFA-B176-F34AF7D0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00BC0-4688-0F0C-7E25-B4FF5F6E5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3B508-0277-FB61-A761-BC8490170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D52CD-1C61-90DC-47B4-3C2633FA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F0692-DF9D-921D-3F49-E2D657CD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99078-E413-5BBA-786B-65800850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014E-6745-AD5F-73B3-D523DE84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D6166-3FD9-3AA5-2802-E1B97AE6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2C4A4-D91A-1C7A-3A32-0CC34DBB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DD9F5-7C39-9D74-2ECF-C6E04B96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8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9EE5B-0DD8-9015-A94D-7393F42C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C4E6D-7A70-7DD8-1033-81E23EE7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F8AC-53C9-EFA0-82E4-79EFF790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5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B497-7C07-1B6B-AE49-1A76805A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5AF3-B77D-375B-495A-3FE82560B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EF403-F5A1-0015-22BA-45187EFAE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A6D16-7A8C-B5AC-C53C-952DA53B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3C0B7-70F4-91C6-A23F-09C9FE3D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DF36B-CA9A-48D7-0997-7BBB9C7B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6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AD99-B69C-A5E2-7E23-413D71E9D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72E0C-E2CD-A92F-4CA8-9016AE4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DB6AA-5FC4-4A97-7E80-89FE79078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9D1C-2E47-C841-DD0B-31ACC23A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72A5D-3786-DFF8-CAD1-5BAD7DFB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BFF0F-A53E-C0B9-3377-B5B57866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8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B0FA-E5C1-7895-B33A-2FB9E1B9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31AEB-46EF-96E5-B87B-ECE997621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BEB0C-7584-1DD1-BEE4-63CBE194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CF5CD-528C-4E73-9BCA-EE66B9F2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493C-D582-BB7C-EEAD-E0B37479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8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A5BF6-F7A5-7912-E68E-35EE50B90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EC808-75DE-9827-E5B9-0523191AC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34DDE-E484-31B8-6514-50654DCF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33EB6-225A-D4FD-9981-A3875D21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C4059-89AC-08E5-085D-8E3BE253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6F756-8693-B703-90D6-C88031F04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AB46F-414A-2B23-F69D-8400009D8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B3EC6-67A5-AA75-8C00-753C0C19A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9570A-18CC-435E-BA1C-728CB6A1A00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2089C-B335-5F73-32E1-61DF5ACCD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76BC4-EC80-61D6-FC0B-212945E5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381B5-1B90-41C4-B58C-4F31F636E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4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3853-9AC0-89C8-E5FD-219A83CFB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215AA-7E89-2C95-FF03-AEF485B6D5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CDCA5-8CA9-3062-9F42-A307737AA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371048"/>
            <a:ext cx="9240540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3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1838-9907-BEE2-C9B6-453C3106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2D043-3598-B41E-98A2-9E5071A27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A8616-6183-87D2-757A-EDBA4CE0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217"/>
            <a:ext cx="12192000" cy="61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BC29-C809-7D0F-6980-92DD3FBA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B7467-2169-2539-DE9E-0AA7C5240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3A85E-92EB-BD70-379A-7AB34021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146"/>
            <a:ext cx="12192000" cy="583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2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D3FD-603A-A433-EB1E-E31424B7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ABBC7-15A1-C523-5F37-DABD606CB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0DFCD-7A7E-9B0B-FF8C-57B93D0F4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323416"/>
            <a:ext cx="11345858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2901-9DBF-ABA0-C8CC-B7AF06F9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C63D5-2A4F-5B5A-5C0D-9E1A1302D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513943"/>
            <a:ext cx="6887536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4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456-21AB-7118-409A-C8C12713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9D643-CCD2-06C8-A0C4-27E668320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C5295-EF03-9060-24A9-17700744D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709" y="0"/>
            <a:ext cx="5360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7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ACB57-3EF8-4DE6-9A97-BEA9CE9A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1BC8A-3805-DAC5-72EE-0E42E8A7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79255-0E64-5F92-C69E-DF5A34F19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72" y="0"/>
            <a:ext cx="62432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4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8ABF-68D9-C90E-1A66-E602FF6B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EFB77-5C11-9BFC-4B8D-68473B0F2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C0742-D9B5-C856-782A-A937D7B1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872"/>
            <a:ext cx="12192000" cy="626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6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Salla</dc:creator>
  <cp:lastModifiedBy>Sri Salla</cp:lastModifiedBy>
  <cp:revision>4</cp:revision>
  <dcterms:created xsi:type="dcterms:W3CDTF">2025-05-16T14:17:51Z</dcterms:created>
  <dcterms:modified xsi:type="dcterms:W3CDTF">2025-05-16T16:04:36Z</dcterms:modified>
</cp:coreProperties>
</file>